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303" r:id="rId4"/>
    <p:sldId id="302" r:id="rId5"/>
    <p:sldId id="304" r:id="rId6"/>
    <p:sldId id="257" r:id="rId7"/>
    <p:sldId id="258" r:id="rId8"/>
    <p:sldId id="305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" panose="020B0604020202020204" charset="0"/>
      <p:regular r:id="rId22"/>
    </p:embeddedFont>
    <p:embeddedFont>
      <p:font typeface="Barlow" panose="00000500000000000000" pitchFamily="2" charset="0"/>
      <p:regular r:id="rId23"/>
      <p:bold r:id="rId24"/>
      <p:italic r:id="rId25"/>
      <p:boldItalic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A500"/>
    <a:srgbClr val="84BD48"/>
    <a:srgbClr val="FEB101"/>
    <a:srgbClr val="E06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9" autoAdjust="0"/>
    <p:restoredTop sz="87893" autoAdjust="0"/>
  </p:normalViewPr>
  <p:slideViewPr>
    <p:cSldViewPr>
      <p:cViewPr varScale="1">
        <p:scale>
          <a:sx n="65" d="100"/>
          <a:sy n="65" d="100"/>
        </p:scale>
        <p:origin x="108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ei Vieira" userId="9bd5d1ab4933bffc" providerId="LiveId" clId="{E84DB639-71E0-4BC1-BE52-82BF84BFAABE}"/>
    <pc:docChg chg="modSld">
      <pc:chgData name="Janei Vieira" userId="9bd5d1ab4933bffc" providerId="LiveId" clId="{E84DB639-71E0-4BC1-BE52-82BF84BFAABE}" dt="2026-07-03T11:06:08.833" v="0"/>
      <pc:docMkLst>
        <pc:docMk/>
      </pc:docMkLst>
      <pc:sldChg chg="modSp mod">
        <pc:chgData name="Janei Vieira" userId="9bd5d1ab4933bffc" providerId="LiveId" clId="{E84DB639-71E0-4BC1-BE52-82BF84BFAABE}" dt="2026-07-03T11:06:08.833" v="0"/>
        <pc:sldMkLst>
          <pc:docMk/>
          <pc:sldMk cId="0" sldId="256"/>
        </pc:sldMkLst>
        <pc:spChg chg="mod">
          <ac:chgData name="Janei Vieira" userId="9bd5d1ab4933bffc" providerId="LiveId" clId="{E84DB639-71E0-4BC1-BE52-82BF84BFAABE}" dt="2026-07-03T11:06:08.833" v="0"/>
          <ac:spMkLst>
            <pc:docMk/>
            <pc:sldMk cId="0" sldId="256"/>
            <ac:spMk id="3" creationId="{3D6D6925-4E6B-4052-3DEE-A7EDB2441DF6}"/>
          </ac:spMkLst>
        </pc:spChg>
      </pc:sldChg>
    </pc:docChg>
  </pc:docChgLst>
  <pc:docChgLst>
    <pc:chgData name="Janei Vieira" userId="9bd5d1ab4933bffc" providerId="LiveId" clId="{C118A303-85DF-459B-8954-D6F7CC128093}"/>
    <pc:docChg chg="undo custSel addSld delSld modSld sldOrd">
      <pc:chgData name="Janei Vieira" userId="9bd5d1ab4933bffc" providerId="LiveId" clId="{C118A303-85DF-459B-8954-D6F7CC128093}" dt="2026-07-01T18:06:28.217" v="529" actId="1036"/>
      <pc:docMkLst>
        <pc:docMk/>
      </pc:docMkLst>
      <pc:sldChg chg="addSp delSp modSp mod">
        <pc:chgData name="Janei Vieira" userId="9bd5d1ab4933bffc" providerId="LiveId" clId="{C118A303-85DF-459B-8954-D6F7CC128093}" dt="2026-07-01T17:47:49.386" v="502" actId="6549"/>
        <pc:sldMkLst>
          <pc:docMk/>
          <pc:sldMk cId="0" sldId="256"/>
        </pc:sldMkLst>
        <pc:spChg chg="mod">
          <ac:chgData name="Janei Vieira" userId="9bd5d1ab4933bffc" providerId="LiveId" clId="{C118A303-85DF-459B-8954-D6F7CC128093}" dt="2026-07-01T17:47:49.386" v="502" actId="6549"/>
          <ac:spMkLst>
            <pc:docMk/>
            <pc:sldMk cId="0" sldId="256"/>
            <ac:spMk id="3" creationId="{3D6D6925-4E6B-4052-3DEE-A7EDB2441DF6}"/>
          </ac:spMkLst>
        </pc:spChg>
        <pc:picChg chg="add mod ord">
          <ac:chgData name="Janei Vieira" userId="9bd5d1ab4933bffc" providerId="LiveId" clId="{C118A303-85DF-459B-8954-D6F7CC128093}" dt="2026-06-25T21:13:57.951" v="490" actId="171"/>
          <ac:picMkLst>
            <pc:docMk/>
            <pc:sldMk cId="0" sldId="256"/>
            <ac:picMk id="2" creationId="{B846DF8C-75E4-15A3-6C48-75EE064B8953}"/>
          </ac:picMkLst>
        </pc:picChg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57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58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0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1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2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3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4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5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6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7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8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269"/>
        </pc:sldMkLst>
      </pc:sldChg>
      <pc:sldChg chg="add">
        <pc:chgData name="Janei Vieira" userId="9bd5d1ab4933bffc" providerId="LiveId" clId="{C118A303-85DF-459B-8954-D6F7CC128093}" dt="2026-07-01T17:52:43.250" v="504"/>
        <pc:sldMkLst>
          <pc:docMk/>
          <pc:sldMk cId="0" sldId="270"/>
        </pc:sldMkLst>
      </pc:sldChg>
      <pc:sldChg chg="delSp modSp mod">
        <pc:chgData name="Janei Vieira" userId="9bd5d1ab4933bffc" providerId="LiveId" clId="{C118A303-85DF-459B-8954-D6F7CC128093}" dt="2026-07-01T18:06:28.217" v="529" actId="1036"/>
        <pc:sldMkLst>
          <pc:docMk/>
          <pc:sldMk cId="3767654130" sldId="302"/>
        </pc:sldMkLst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2" creationId="{0922654B-7B4D-0059-F723-D8A1AA10E844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5" creationId="{11F4C170-B422-637C-51EF-8F178ED333B1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8" creationId="{0D22DA95-F99D-C6D5-B2D2-3D1A7BA69C50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11" creationId="{6B44D645-58CF-F02D-14CF-62DAC31E29A8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18" creationId="{46569782-92A0-39F5-717E-0494CFD3881B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19" creationId="{703569E6-0425-43B2-3B86-1AD8EAC5A93E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20" creationId="{E2288EE5-6B52-3EEC-195F-714236013A2A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21" creationId="{8631EFE1-F1F9-CDE8-7115-EF22D0B2892F}"/>
          </ac:spMkLst>
        </pc:spChg>
        <pc:picChg chg="mod">
          <ac:chgData name="Janei Vieira" userId="9bd5d1ab4933bffc" providerId="LiveId" clId="{C118A303-85DF-459B-8954-D6F7CC128093}" dt="2026-07-01T18:06:22.906" v="526" actId="1035"/>
          <ac:picMkLst>
            <pc:docMk/>
            <pc:sldMk cId="3767654130" sldId="302"/>
            <ac:picMk id="3" creationId="{6FF464F9-8C92-612A-65CE-08F0D346B060}"/>
          </ac:picMkLst>
        </pc:picChg>
        <pc:picChg chg="mod">
          <ac:chgData name="Janei Vieira" userId="9bd5d1ab4933bffc" providerId="LiveId" clId="{C118A303-85DF-459B-8954-D6F7CC128093}" dt="2026-07-01T18:06:28.217" v="529" actId="1036"/>
          <ac:picMkLst>
            <pc:docMk/>
            <pc:sldMk cId="3767654130" sldId="302"/>
            <ac:picMk id="6" creationId="{93112125-9973-EF07-CDB6-223F956FECC1}"/>
          </ac:picMkLst>
        </pc:picChg>
        <pc:picChg chg="mod">
          <ac:chgData name="Janei Vieira" userId="9bd5d1ab4933bffc" providerId="LiveId" clId="{C118A303-85DF-459B-8954-D6F7CC128093}" dt="2026-07-01T18:06:28.217" v="529" actId="1036"/>
          <ac:picMkLst>
            <pc:docMk/>
            <pc:sldMk cId="3767654130" sldId="302"/>
            <ac:picMk id="9" creationId="{E50DFE4E-0F2F-CD17-1CEC-AF2805759A09}"/>
          </ac:picMkLst>
        </pc:picChg>
        <pc:picChg chg="mod">
          <ac:chgData name="Janei Vieira" userId="9bd5d1ab4933bffc" providerId="LiveId" clId="{C118A303-85DF-459B-8954-D6F7CC128093}" dt="2026-07-01T18:06:15.904" v="524" actId="1036"/>
          <ac:picMkLst>
            <pc:docMk/>
            <pc:sldMk cId="3767654130" sldId="302"/>
            <ac:picMk id="12" creationId="{594650D7-1827-817B-FF3B-700CD3240275}"/>
          </ac:picMkLst>
        </pc:picChg>
      </pc:sldChg>
      <pc:sldChg chg="modSp mod">
        <pc:chgData name="Janei Vieira" userId="9bd5d1ab4933bffc" providerId="LiveId" clId="{C118A303-85DF-459B-8954-D6F7CC128093}" dt="2026-06-25T18:45:21.518" v="466" actId="20577"/>
        <pc:sldMkLst>
          <pc:docMk/>
          <pc:sldMk cId="2721339198" sldId="303"/>
        </pc:sldMkLst>
        <pc:spChg chg="mod">
          <ac:chgData name="Janei Vieira" userId="9bd5d1ab4933bffc" providerId="LiveId" clId="{C118A303-85DF-459B-8954-D6F7CC128093}" dt="2026-06-25T18:45:21.518" v="466" actId="20577"/>
          <ac:spMkLst>
            <pc:docMk/>
            <pc:sldMk cId="2721339198" sldId="303"/>
            <ac:spMk id="13" creationId="{7F321C26-A742-0C43-BD9F-1C346675072F}"/>
          </ac:spMkLst>
        </pc:spChg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304"/>
        </pc:sldMkLst>
      </pc:sldChg>
      <pc:sldChg chg="add del">
        <pc:chgData name="Janei Vieira" userId="9bd5d1ab4933bffc" providerId="LiveId" clId="{C118A303-85DF-459B-8954-D6F7CC128093}" dt="2026-07-01T17:52:43.250" v="504"/>
        <pc:sldMkLst>
          <pc:docMk/>
          <pc:sldMk cId="0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D2B2-596A-28A5-99C0-96677D78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5DC5D5-74F9-7551-01C5-5983A7DB54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DAACA-AD5B-0E5A-9C47-2138FEADD14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9E9BB9-ED8A-E44C-AA6A-861B0AA97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A2063DB-87A4-BF3A-00DE-20E4D00F2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AE3C5-9AD2-FD17-EE27-EF4EE69A7B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6CF13-E55B-C293-50D7-AA0DF6CF4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193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6B93-9D7E-9555-6115-9E91021E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8B8D54-2C20-3770-D785-FC34D14E9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0BCFE-4337-7996-1994-223060C506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DFF7592-7C5A-57F3-BA21-373D6B96E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03F7741-96BE-74DE-B492-EFB808842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7100F-0AD3-BA7E-BB2C-D309357C8B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E6D7A-C11F-EC97-5305-4D516B435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13175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EF49-F36C-626C-7918-47B58FEB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147699-F028-F8E7-4322-A03BF2744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98977-4CAE-A78D-24CF-EE9AA5BE57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ADBC3D8-AD51-8630-2F05-D56C457C3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46EADE4-4451-990D-0092-2C60CD76C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B4E59-503B-8E6C-DCFD-E3BF0E5C8B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7E777-3C6F-00F4-3D37-DC8A16AD7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9521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62">
            <a:extLst>
              <a:ext uri="{FF2B5EF4-FFF2-40B4-BE49-F238E27FC236}">
                <a16:creationId xmlns:a16="http://schemas.microsoft.com/office/drawing/2014/main" id="{BE07BEA1-F352-B442-C11F-BC1DBD1720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1676400" y="2919517"/>
            <a:ext cx="1493520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pt-BR" sz="4400" b="1" dirty="0">
                <a:solidFill>
                  <a:srgbClr val="231F20"/>
                </a:solidFill>
                <a:latin typeface="Arimo"/>
              </a:rPr>
              <a:t>CAPACITAÇÃO EM DESENVOLVIMENTO FULL STACK </a:t>
            </a:r>
            <a:endParaRPr lang="en-US" sz="4400" b="1" dirty="0">
              <a:solidFill>
                <a:srgbClr val="231F20"/>
              </a:solidFill>
              <a:latin typeface="Arimo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846DF8C-75E4-15A3-6C48-75EE064B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1949" y="4293184"/>
            <a:ext cx="7056902" cy="53298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3D6D6925-4E6B-4052-3DEE-A7EDB2441DF6}"/>
              </a:ext>
            </a:extLst>
          </p:cNvPr>
          <p:cNvSpPr txBox="1"/>
          <p:nvPr/>
        </p:nvSpPr>
        <p:spPr>
          <a:xfrm>
            <a:off x="3657600" y="4698683"/>
            <a:ext cx="117504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rPr sz="3200" b="1" dirty="0">
                <a:latin typeface="Barlow" panose="00000500000000000000" pitchFamily="2" charset="0"/>
              </a:rPr>
              <a:t>Módulo 0</a:t>
            </a:r>
            <a:r>
              <a:rPr lang="pt-BR" sz="3200" b="1" dirty="0">
                <a:latin typeface="Barlow" panose="00000500000000000000" pitchFamily="2" charset="0"/>
              </a:rPr>
              <a:t>9</a:t>
            </a:r>
            <a:r>
              <a:rPr sz="3200" b="1" dirty="0">
                <a:latin typeface="Barlow" panose="00000500000000000000" pitchFamily="2" charset="0"/>
              </a:rPr>
              <a:t>: </a:t>
            </a:r>
            <a:r>
              <a:rPr lang="pt-BR" sz="3200" dirty="0">
                <a:latin typeface="Barlow" panose="00000500000000000000" pitchFamily="2" charset="0"/>
              </a:rPr>
              <a:t>Banco de Dados e SQL</a:t>
            </a:r>
            <a:br>
              <a:rPr lang="pt-BR" sz="3200" dirty="0">
                <a:latin typeface="Barlow" panose="00000500000000000000" pitchFamily="2" charset="0"/>
              </a:rPr>
            </a:br>
            <a:r>
              <a:rPr lang="pt-BR" sz="3200" b="1" dirty="0">
                <a:latin typeface="Barlow" panose="00000500000000000000" pitchFamily="2" charset="0"/>
              </a:rPr>
              <a:t>Instrutor: </a:t>
            </a:r>
            <a:r>
              <a:rPr lang="pt-BR" sz="3200" dirty="0">
                <a:latin typeface="Barlow" panose="00000500000000000000" pitchFamily="2" charset="0"/>
              </a:rPr>
              <a:t>Janei Vieira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lang="pt-BR" sz="3200" b="1" dirty="0">
                <a:latin typeface="Barlow" panose="00000500000000000000" pitchFamily="2" charset="0"/>
              </a:rPr>
              <a:t>Aula 5: </a:t>
            </a:r>
            <a:r>
              <a:rPr lang="en-US" sz="3200" dirty="0" err="1">
                <a:latin typeface="Barlow" panose="00000500000000000000" pitchFamily="2" charset="0"/>
              </a:rPr>
              <a:t>Consultas</a:t>
            </a:r>
            <a:r>
              <a:rPr lang="en-US" sz="3200">
                <a:latin typeface="Barlow" panose="00000500000000000000" pitchFamily="2" charset="0"/>
              </a:rPr>
              <a:t> SQL WHERE ORDER BY GROUP BY HAVING</a:t>
            </a:r>
            <a:endParaRPr lang="pt-BR" sz="3200" dirty="0">
              <a:latin typeface="Barlow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A0AA5-1C66-CA1B-43C7-B69DA560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237F84EB-1A6C-9A5A-12A6-10C91284E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8238" y="8956847"/>
            <a:ext cx="1747867" cy="1072025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5AFBA268-2982-174A-14E3-60FC2F77B2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5A68ADB9-BB40-A5B2-6255-B4237F6C8A5E}"/>
              </a:ext>
            </a:extLst>
          </p:cNvPr>
          <p:cNvSpPr/>
          <p:nvPr/>
        </p:nvSpPr>
        <p:spPr>
          <a:xfrm>
            <a:off x="533401" y="3390900"/>
            <a:ext cx="10515600" cy="464820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1DB2F1E-ACB1-B059-4A36-928F4C4A498A}"/>
              </a:ext>
            </a:extLst>
          </p:cNvPr>
          <p:cNvSpPr txBox="1"/>
          <p:nvPr/>
        </p:nvSpPr>
        <p:spPr>
          <a:xfrm>
            <a:off x="841407" y="4751338"/>
            <a:ext cx="9891879" cy="313932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1270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&lt;p&gt; </a:t>
            </a:r>
            <a:r>
              <a:rPr lang="pt-BR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Full Stack Developer </a:t>
            </a:r>
            <a:r>
              <a:rPr lang="pt-BR" sz="2400" dirty="0">
                <a:latin typeface="Consolas" panose="020B0609020204030204" pitchFamily="49" charset="0"/>
              </a:rPr>
              <a:t>👨‍💻</a:t>
            </a: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&lt;/p&gt;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latin typeface="Consolas" panose="020B0609020204030204" pitchFamily="49" charset="0"/>
              </a:rPr>
              <a:t>🎉 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24 anos de experiência em tecnologia. Especialista em infraestrutura, automação, containers (Docker/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Kubernetes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) e desenvolvimento back-end para sistemas comerciais e aplicações em </a:t>
            </a: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.NET C#, </a:t>
            </a:r>
            <a:r>
              <a:rPr lang="pt-BR" sz="2400" dirty="0">
                <a:solidFill>
                  <a:srgbClr val="FFFF00"/>
                </a:solidFill>
                <a:latin typeface="Consolas" panose="020B0609020204030204" pitchFamily="49" charset="0"/>
              </a:rPr>
              <a:t>Python</a:t>
            </a: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 e </a:t>
            </a:r>
            <a:r>
              <a:rPr lang="pt-BR" sz="2400" dirty="0">
                <a:solidFill>
                  <a:srgbClr val="00B050"/>
                </a:solidFill>
                <a:latin typeface="Consolas" panose="020B0609020204030204" pitchFamily="49" charset="0"/>
              </a:rPr>
              <a:t>Node.JS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👨 Foco em Front-</a:t>
            </a:r>
            <a:r>
              <a:rPr lang="pt-BR" sz="2400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ends</a:t>
            </a: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 com </a:t>
            </a:r>
            <a:r>
              <a:rPr lang="pt-BR" sz="2400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Razor</a:t>
            </a: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 Pages e Streamlit.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 </a:t>
            </a:r>
            <a:endParaRPr lang="pt-BR" sz="2400" dirty="0">
              <a:solidFill>
                <a:srgbClr val="00B050"/>
              </a:solidFill>
              <a:latin typeface="Consolas" panose="020B06090202040302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1739ED1A-E822-2363-D86A-5C3669FB32AD}"/>
              </a:ext>
            </a:extLst>
          </p:cNvPr>
          <p:cNvSpPr txBox="1"/>
          <p:nvPr/>
        </p:nvSpPr>
        <p:spPr>
          <a:xfrm>
            <a:off x="841407" y="3695446"/>
            <a:ext cx="6479749" cy="1109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79"/>
              </a:lnSpc>
            </a:pPr>
            <a:r>
              <a:rPr lang="en-US" sz="6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Janei</a:t>
            </a:r>
            <a:r>
              <a:rPr lang="en-US" sz="6600" b="1" dirty="0">
                <a:solidFill>
                  <a:srgbClr val="2023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6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Vieira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E9E06E7-EB52-F3D0-AD0E-81E6DEE63AB1}"/>
              </a:ext>
            </a:extLst>
          </p:cNvPr>
          <p:cNvSpPr/>
          <p:nvPr/>
        </p:nvSpPr>
        <p:spPr>
          <a:xfrm>
            <a:off x="10733286" y="2523598"/>
            <a:ext cx="5147713" cy="421005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64ABE1-9D46-AC1F-F792-DD87A0D13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8600" y="3032009"/>
            <a:ext cx="3412130" cy="341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Elipse 40">
            <a:extLst>
              <a:ext uri="{FF2B5EF4-FFF2-40B4-BE49-F238E27FC236}">
                <a16:creationId xmlns:a16="http://schemas.microsoft.com/office/drawing/2014/main" id="{8DB28F53-A284-428B-E35F-4825287948AD}"/>
              </a:ext>
            </a:extLst>
          </p:cNvPr>
          <p:cNvSpPr/>
          <p:nvPr/>
        </p:nvSpPr>
        <p:spPr>
          <a:xfrm>
            <a:off x="720797" y="3543046"/>
            <a:ext cx="152400" cy="152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3F9C40FB-1FC0-7992-1A0F-2E21B2A3ECC1}"/>
              </a:ext>
            </a:extLst>
          </p:cNvPr>
          <p:cNvSpPr/>
          <p:nvPr/>
        </p:nvSpPr>
        <p:spPr>
          <a:xfrm>
            <a:off x="971550" y="3543046"/>
            <a:ext cx="152400" cy="152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000FAC61-08D4-3D97-D66A-0F3F2E46D3B9}"/>
              </a:ext>
            </a:extLst>
          </p:cNvPr>
          <p:cNvSpPr/>
          <p:nvPr/>
        </p:nvSpPr>
        <p:spPr>
          <a:xfrm>
            <a:off x="1219200" y="3543046"/>
            <a:ext cx="152400" cy="1524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0AE63CDF-9BD1-08B0-B3F0-67695D8FB7A0}"/>
              </a:ext>
            </a:extLst>
          </p:cNvPr>
          <p:cNvSpPr/>
          <p:nvPr/>
        </p:nvSpPr>
        <p:spPr>
          <a:xfrm>
            <a:off x="10851799" y="2695047"/>
            <a:ext cx="152400" cy="152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A811E978-E084-862F-7F51-D271A94984C5}"/>
              </a:ext>
            </a:extLst>
          </p:cNvPr>
          <p:cNvSpPr/>
          <p:nvPr/>
        </p:nvSpPr>
        <p:spPr>
          <a:xfrm>
            <a:off x="11102552" y="2695047"/>
            <a:ext cx="152400" cy="152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A41C658D-DF98-5FB4-3DF7-974AF0FD3099}"/>
              </a:ext>
            </a:extLst>
          </p:cNvPr>
          <p:cNvSpPr/>
          <p:nvPr/>
        </p:nvSpPr>
        <p:spPr>
          <a:xfrm>
            <a:off x="11350202" y="2695047"/>
            <a:ext cx="152400" cy="1524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685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D21D-AFA9-43BD-FBC3-2DE3B4C6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CB60D2F5-FC3B-761D-61CC-B1AB2A973F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E0C7E404-2901-A698-8E87-580AD5FE6120}"/>
              </a:ext>
            </a:extLst>
          </p:cNvPr>
          <p:cNvSpPr txBox="1"/>
          <p:nvPr/>
        </p:nvSpPr>
        <p:spPr>
          <a:xfrm>
            <a:off x="1531425" y="2247900"/>
            <a:ext cx="15225150" cy="10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6000" dirty="0">
                <a:solidFill>
                  <a:srgbClr val="202331"/>
                </a:solidFill>
                <a:latin typeface="Arimo"/>
              </a:rPr>
              <a:t>Histórico Acadêmico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F321C26-A742-0C43-BD9F-1C346675072F}"/>
              </a:ext>
            </a:extLst>
          </p:cNvPr>
          <p:cNvSpPr txBox="1"/>
          <p:nvPr/>
        </p:nvSpPr>
        <p:spPr>
          <a:xfrm>
            <a:off x="1371600" y="3488275"/>
            <a:ext cx="14416639" cy="6637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Graduação: </a:t>
            </a:r>
            <a:r>
              <a:rPr lang="pt-BR" sz="3200" dirty="0">
                <a:latin typeface="Barlow" panose="00000500000000000000" pitchFamily="2" charset="0"/>
              </a:rPr>
              <a:t>Gestão da Tecnologia da Informação.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MBA: </a:t>
            </a:r>
            <a:r>
              <a:rPr lang="pt-BR" sz="3200" dirty="0">
                <a:latin typeface="Barlow" panose="00000500000000000000" pitchFamily="2" charset="0"/>
              </a:rPr>
              <a:t>Em Gestão Ágil de Projetos e Processos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Especializações: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Barlow" panose="00000500000000000000" pitchFamily="2" charset="0"/>
              </a:rPr>
              <a:t>Docência em Ciência e Tecnologia da Informação.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Barlow" panose="00000500000000000000" pitchFamily="2" charset="0"/>
              </a:rPr>
              <a:t>Big Data (Ciência de Dados).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Barlow" panose="00000500000000000000" pitchFamily="2" charset="0"/>
              </a:rPr>
              <a:t>Computação Em Nuvem (Cloud Computing). 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Mestrando</a:t>
            </a:r>
            <a:r>
              <a:rPr lang="pt-BR" sz="3200" dirty="0">
                <a:latin typeface="Barlow" panose="00000500000000000000" pitchFamily="2" charset="0"/>
              </a:rPr>
              <a:t> em Propriedade Intelectual para Transferência de Tecnologia e inovação</a:t>
            </a:r>
            <a:br>
              <a:rPr lang="pt-BR" sz="3200" dirty="0">
                <a:latin typeface="Barlow" panose="00000500000000000000" pitchFamily="2" charset="0"/>
              </a:rPr>
            </a:br>
            <a:r>
              <a:rPr lang="pt-BR" sz="3200" b="1" dirty="0">
                <a:latin typeface="Barlow" panose="00000500000000000000" pitchFamily="2" charset="0"/>
              </a:rPr>
              <a:t>https://lattes.cnpq.br/4083863936027227</a:t>
            </a:r>
            <a:endParaRPr lang="pt-BR" sz="3200" dirty="0"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33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126BF-0584-EA53-2171-20632EFD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4AB510DF-62AF-C307-04D0-8EF1119010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FF565D56-2291-9A35-6C18-CAE2097D2094}"/>
              </a:ext>
            </a:extLst>
          </p:cNvPr>
          <p:cNvSpPr txBox="1"/>
          <p:nvPr/>
        </p:nvSpPr>
        <p:spPr>
          <a:xfrm>
            <a:off x="1531424" y="2228211"/>
            <a:ext cx="15225150" cy="10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7399" dirty="0">
                <a:solidFill>
                  <a:srgbClr val="202331"/>
                </a:solidFill>
                <a:latin typeface="Arimo"/>
              </a:rPr>
              <a:t>Objetivos da Aula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0922654B-7B4D-0059-F723-D8A1AA10E844}"/>
              </a:ext>
            </a:extLst>
          </p:cNvPr>
          <p:cNvSpPr/>
          <p:nvPr/>
        </p:nvSpPr>
        <p:spPr>
          <a:xfrm>
            <a:off x="1333252" y="3619500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6FF464F9-8C92-612A-65CE-08F0D346B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499" y="3805619"/>
            <a:ext cx="504228" cy="504228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11F4C170-B422-637C-51EF-8F178ED333B1}"/>
              </a:ext>
            </a:extLst>
          </p:cNvPr>
          <p:cNvSpPr/>
          <p:nvPr/>
        </p:nvSpPr>
        <p:spPr>
          <a:xfrm>
            <a:off x="1333252" y="5158384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93112125-9973-EF07-CDB6-223F956FE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528" y="5295900"/>
            <a:ext cx="504228" cy="504228"/>
          </a:xfrm>
          <a:prstGeom prst="rect">
            <a:avLst/>
          </a:prstGeom>
        </p:spPr>
      </p:pic>
      <p:sp>
        <p:nvSpPr>
          <p:cNvPr id="8" name="Shape 8">
            <a:extLst>
              <a:ext uri="{FF2B5EF4-FFF2-40B4-BE49-F238E27FC236}">
                <a16:creationId xmlns:a16="http://schemas.microsoft.com/office/drawing/2014/main" id="{0D22DA95-F99D-C6D5-B2D2-3D1A7BA69C50}"/>
              </a:ext>
            </a:extLst>
          </p:cNvPr>
          <p:cNvSpPr/>
          <p:nvPr/>
        </p:nvSpPr>
        <p:spPr>
          <a:xfrm>
            <a:off x="1333252" y="7734300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E50DFE4E-0F2F-CD17-1CEC-AF2805759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7499" y="6643986"/>
            <a:ext cx="504228" cy="504228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6B44D645-58CF-F02D-14CF-62DAC31E29A8}"/>
              </a:ext>
            </a:extLst>
          </p:cNvPr>
          <p:cNvSpPr/>
          <p:nvPr/>
        </p:nvSpPr>
        <p:spPr>
          <a:xfrm>
            <a:off x="1333252" y="6438900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5" descr="preencoded.png">
            <a:extLst>
              <a:ext uri="{FF2B5EF4-FFF2-40B4-BE49-F238E27FC236}">
                <a16:creationId xmlns:a16="http://schemas.microsoft.com/office/drawing/2014/main" id="{594650D7-1827-817B-FF3B-700CD3240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2583" y="7939386"/>
            <a:ext cx="630286" cy="504228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46569782-92A0-39F5-717E-0494CFD3881B}"/>
              </a:ext>
            </a:extLst>
          </p:cNvPr>
          <p:cNvSpPr txBox="1"/>
          <p:nvPr/>
        </p:nvSpPr>
        <p:spPr>
          <a:xfrm>
            <a:off x="2438400" y="3853325"/>
            <a:ext cx="156588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latin typeface="Barlow" panose="00000500000000000000" pitchFamily="2" charset="0"/>
              </a:rPr>
              <a:t>Compreender </a:t>
            </a:r>
            <a:r>
              <a:rPr lang="pt-BR" sz="3800" dirty="0">
                <a:latin typeface="Barlow" panose="00000500000000000000" pitchFamily="2" charset="0"/>
              </a:rPr>
              <a:t>os comandos DML da linguagem SQL.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03569E6-0425-43B2-3B86-1AD8EAC5A93E}"/>
              </a:ext>
            </a:extLst>
          </p:cNvPr>
          <p:cNvSpPr txBox="1"/>
          <p:nvPr/>
        </p:nvSpPr>
        <p:spPr>
          <a:xfrm>
            <a:off x="2438400" y="5158384"/>
            <a:ext cx="15049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Barlow" panose="00000500000000000000" pitchFamily="2" charset="0"/>
              </a:rPr>
              <a:t>Inserir e consultar </a:t>
            </a:r>
            <a:r>
              <a:rPr lang="pt-BR" sz="4000" dirty="0">
                <a:latin typeface="Barlow" panose="00000500000000000000" pitchFamily="2" charset="0"/>
              </a:rPr>
              <a:t>registros em tabelas.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2288EE5-6B52-3EEC-195F-714236013A2A}"/>
              </a:ext>
            </a:extLst>
          </p:cNvPr>
          <p:cNvSpPr txBox="1"/>
          <p:nvPr/>
        </p:nvSpPr>
        <p:spPr>
          <a:xfrm>
            <a:off x="2438400" y="6438900"/>
            <a:ext cx="14802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Barlow" panose="00000500000000000000" pitchFamily="2" charset="0"/>
              </a:rPr>
              <a:t>Atualizar e excluir </a:t>
            </a:r>
            <a:r>
              <a:rPr lang="pt-BR" sz="4000" dirty="0">
                <a:latin typeface="Barlow" panose="00000500000000000000" pitchFamily="2" charset="0"/>
              </a:rPr>
              <a:t>dados com segurança.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631EFE1-F1F9-CDE8-7115-EF22D0B2892F}"/>
              </a:ext>
            </a:extLst>
          </p:cNvPr>
          <p:cNvSpPr txBox="1"/>
          <p:nvPr/>
        </p:nvSpPr>
        <p:spPr>
          <a:xfrm>
            <a:off x="2438400" y="7734300"/>
            <a:ext cx="14954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Barlow" panose="00000500000000000000" pitchFamily="2" charset="0"/>
              </a:rPr>
              <a:t>Aplicar </a:t>
            </a:r>
            <a:r>
              <a:rPr lang="pt-BR" sz="4000" dirty="0">
                <a:latin typeface="Barlow" panose="00000500000000000000" pitchFamily="2" charset="0"/>
              </a:rPr>
              <a:t>filtros com WHERE e Organizar resultados com ORDER BY.</a:t>
            </a:r>
          </a:p>
        </p:txBody>
      </p:sp>
    </p:spTree>
    <p:extLst>
      <p:ext uri="{BB962C8B-B14F-4D97-AF65-F5344CB8AC3E}">
        <p14:creationId xmlns:p14="http://schemas.microsoft.com/office/powerpoint/2010/main" val="376765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198</Words>
  <Application>Microsoft Office PowerPoint</Application>
  <PresentationFormat>Personalizar</PresentationFormat>
  <Paragraphs>29</Paragraphs>
  <Slides>19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Arimo</vt:lpstr>
      <vt:lpstr>Arial</vt:lpstr>
      <vt:lpstr>Calibri</vt:lpstr>
      <vt:lpstr>Courier New</vt:lpstr>
      <vt:lpstr>Consolas</vt:lpstr>
      <vt:lpstr>Barlow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ITEAM - Aulas</dc:title>
  <dc:creator>Izabelle</dc:creator>
  <cp:lastModifiedBy>Janei Vieira</cp:lastModifiedBy>
  <cp:revision>5</cp:revision>
  <dcterms:created xsi:type="dcterms:W3CDTF">2006-08-16T00:00:00Z</dcterms:created>
  <dcterms:modified xsi:type="dcterms:W3CDTF">2026-07-03T11:06:12Z</dcterms:modified>
  <dc:identifier>DAGDPRa_9jo</dc:identifier>
</cp:coreProperties>
</file>